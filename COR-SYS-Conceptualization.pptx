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COR-SYS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Diagnostic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74320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ארז טל-שיר  |  עובד סוציאלי טכנולוגי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הבעיה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Latency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הזמן בין מידע לפעולה ארגונית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הולך וגדל. אין מי שמודד אותו.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28016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28016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Normalized Deviation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חריגות הפכו לנורמה.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אחד לא יודע מתי זה התחיל.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28016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אין שפה משותפת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ה-CFO יודע שמשהו דולף.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לו הרגשה. אין לו מספר.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ארגונים משקיעים ב-wellbeing. התוצאה לא זזה. הסיבה: אין כלי אבחון.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מה זה COR-SYS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 נתן לפסיכיאטריה שפה משותפת, קריטריונים, וסיווג.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691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COR-SYS עושה את אותו הדבר לתפקוד ארגוני תחת לחץ.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3794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517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מה זה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אבחון ארגוני מבוסס מחקר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מסווג פתולוגיות עם comorbidity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מייצר פרוטוקול התערבות מדיד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לומד מהצלחות וכשלונות קודמים (CBR)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651760"/>
            <a:ext cx="3794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651760"/>
            <a:ext cx="54864" cy="2011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מה זה לא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83480" y="31546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סקר עובדים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dashboard עם גרפים יפים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CRM לניהול לקוחות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כלי coaching או wellbeing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הצומת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3200400" cy="3200400"/>
          </a:xfrm>
          <a:prstGeom prst="ellipse">
            <a:avLst/>
          </a:prstGeom>
          <a:solidFill>
            <a:srgbClr val="D97706">
              <a:alpha val="25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מדעי ההתנהגות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כשמערכת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אנושית נכנסת למשבר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137160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טכנולוגיה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פתרונות מעשיים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כמענה לצרכים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COR-SYS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שני תחומים שמחפשים את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אותה תשובה ממבטים שונים.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אף אחד לא שם לב.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למשקיע / לשותף עסקי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Gap, Business Model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השוק והפער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$60B+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שוק ה-HR Tech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הגלובלי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83464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מארגונים מודדים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engagement. אפס אבחון.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12064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אבחון ארגוני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 DSM בשוק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הפער שאף אחד לא סוגר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סקרי engagement אומרים לארגון מה העובדים מרגישים. לא למה. לא מה לעשות.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תוכניות wellbeing מטפלות בתסמינים. לא מאבחנות.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COR-SYS הוא שכבת האבחון שחסרה בין המדידה לבין הפעולה.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לא מחליף סקרים. הוא הופך אותם לפרוטוקול התערבות.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מודל עסקי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הגרנטיה הנוקשה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691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כל שעת פגישה, הארגון חוסך לפחות שעת עבודה אחת בשבוע,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לכל שארית חיי התהליך. אם אי אפשר להוכיח - לא מגישים הצעה.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74320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אבחון + פרוטוקול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שאלות ← סיווג ← פרוטוקול התערבות.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 מדידה בתוך 30 יום.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27432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743200"/>
            <a:ext cx="54864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ספרינטים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6616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התערבות מבנית ב-sprints.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sprint עם KPIs ברורים.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27432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2743200"/>
            <a:ext cx="54864" cy="18288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(Phase 2)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הארגון מריץ אבחון עצמי.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engine לומד מכל case.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1M₪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 הכנסות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דרך התערבות התנהגותית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ממשקים שנבנו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ב-3 ימים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35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8521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 מקור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במערכת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80467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560320"/>
            <a:ext cx="54864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ציר זמן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8720" y="3200400"/>
            <a:ext cx="274320" cy="27432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3337560"/>
            <a:ext cx="1645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 2023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7.10 - הוכחת שטח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3200400"/>
            <a:ext cx="274320" cy="27432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3337560"/>
            <a:ext cx="1645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+ נוסחה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200400"/>
            <a:ext cx="274320" cy="27432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0" y="3337560"/>
            <a:ext cx="16459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Engine + CBR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3200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ל-COO / CFO / VP People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הכאב שלכם. המספר שחסר. הפרוטוקול.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אתם כבר יודעים שמשהו לא עובד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השקענו ב-wellbeing.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המספרים לא זזו.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331720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423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דוח תרבות.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אחד לא שינה התנהגות.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3474720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566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ה-CFO יודע שמשהו דולף.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לו הרגשה. אין לו מספר.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הבעיה היא לא חוסר רצון. הבעיה היא חוסר כלי אבחון.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איך זה עובד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4630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שאלון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שאלות מובנות.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דקות.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274320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28016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630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אבחון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8892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ציוני פתולוגיה.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map.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74320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28016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4630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מספר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Quotient.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Latency.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יומית.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28016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14630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2194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פרוטוקול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התערבות מבנית.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מוגדרים.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ציר זמן.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דקות לאבחון הנקודה שממנה הבעיה שלכם מתחילה.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מה יוצא מזה בפועל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לפני COR-SYS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"משהו לא עובד" - בלי מספר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סקר engagement - בלי פרוטוקול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כעלות - בלי ROI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Latency לא ידוע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התערבות על בסיס אינטואיציה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8872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אחרי COR-SYS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17830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ציוני פתולוגיה מדויקים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פרוטוקול התערבות ב-priorities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חיסכון שעות שבועי מוכח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Latency מדיד + יורד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prediction לחודש הבא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לטכני / CTO / מפתח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Engines, Math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5087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097280"/>
            <a:ext cx="15087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1097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097280"/>
            <a:ext cx="15087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097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1097280"/>
            <a:ext cx="15087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097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097280"/>
            <a:ext cx="1508760" cy="365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097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691640"/>
            <a:ext cx="54864" cy="3108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DSM Engine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22860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4 פתולוגיות ארגוניות: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(Distorted Reciprocity)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 (Normalized Deviation)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(Uncontained Change)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(Structural Compression)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matrix מ-N=10,000 סימולציה.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37560" y="169164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37560" y="1691640"/>
            <a:ext cx="54864" cy="310896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2880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776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CBR Engine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3520440" y="22860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Reasoning: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(pgvector similarity)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(Wilson-score ranking)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(outcome tracking)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(learn from results)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CDSS ארגוני, לא CRM.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17920" y="169164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17920" y="1691640"/>
            <a:ext cx="54864" cy="3108960"/>
          </a:xfrm>
          <a:prstGeom prst="rect">
            <a:avLst/>
          </a:prstGeom>
          <a:solidFill>
            <a:srgbClr val="2D35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580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Formula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400800" y="22860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= 0.571(-ΔDR) + 0.429(ΔPSI)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 + κ × LG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&gt; 1: growth trajectory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&lt; 1: decay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κ×LG ≤ -0.15: maladaptive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trajectory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למה זה לא עוד SaaS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Foundation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Kahneman/Tversky Loss Aversion (0.571/0.429 weights), Edmondson PSI, Argyris Double-Loop. לא אינטואיציה, לא best practices. נוסחאות עם הפניות.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4231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Diagnostic, Not Descriptive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סקרי engagement מתארים. COR-SYS מאבחן. ההבדל: אבחון מייצר פרוטוקול. תיאור מייצר דוח.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2D35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System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4069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case מזין את ה-CBR. כל תוצאה משפרת את ה-recommendation engine. ה-Wilson score עולה עם כל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למה דווקא אני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הרקע, ההוכחה, הצומת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ארז טל-שיר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3474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עובד סוציאלי טכנולוגי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ידע פסיכו-חברתי של עובד סוציאלי: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למערכות אנושיות תחת לחץ.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בנויים משברים. מה גורם להם להתפשט.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חשיבה של מהנדס: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לא ניתן למדוד, לא ניתן לתקן.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לא ניתן לתקן, לא מגישים הצעה.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השילוב הזה לא קיים בשוק.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תואר שמלמד אותו.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תפקיד שדורש אותו.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94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הוכחות שטח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באוקטובר 2023: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פעילויות הומניטריות עזה.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הכשרת חוסן פסיכולוגי בתנאים פעילים.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ההוכחה: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חוסר יעילות ארגונית הורג.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שרשרת ניהולית שבורה, תקשורת לקויה,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היעדר ייעוץ. תשתית קריטית.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1M₪ גידול הכנסות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דרך התערבות התנהגותית בקמעונאות.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31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הצעד הבא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משקיע / שותף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דקות ל-deep dive על המודל העסקי והנוסחה.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4320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 / CFO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906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דקות לאבחון הנקודה שממנה הבעיה שלכם מתחילה.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/ מפתח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0050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סקירה טכנית של ה-repo. ה-architecture מדבר בעד עצמו.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ארז טל-שיר  |  COR-SYS  |  erez2812345@gmail.com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COR-SYS: Organizational Diagnostic Engine</dc:title>
  <dc:subject>PptxGenJS Presentation</dc:subject>
  <dc:creator>Erez Tal-Shir</dc:creator>
  <cp:lastModifiedBy>Erez Tal-Shir</cp:lastModifiedBy>
  <cp:revision>1</cp:revision>
  <dcterms:created xsi:type="dcterms:W3CDTF">2026-03-18T23:19:28Z</dcterms:created>
  <dcterms:modified xsi:type="dcterms:W3CDTF">2026-03-18T23:19:28Z</dcterms:modified>
</cp:coreProperties>
</file>